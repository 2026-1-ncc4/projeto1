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3"/>
    </p:embeddedFont>
    <p:embeddedFont>
      <p:font typeface="Open Sans 1" panose="020B0604020202020204" charset="0"/>
      <p:regular r:id="rId4"/>
    </p:embeddedFont>
    <p:embeddedFont>
      <p:font typeface="Open Sans 1 Bold" panose="020B0604020202020204" charset="0"/>
      <p:regular r:id="rId5"/>
    </p:embeddedFont>
    <p:embeddedFont>
      <p:font typeface="Open Sans 2" panose="020B0604020202020204" charset="0"/>
      <p:regular r:id="rId6"/>
    </p:embeddedFont>
    <p:embeddedFont>
      <p:font typeface="Open Sans 2 Bold" panose="020B0604020202020204" charset="0"/>
      <p:regular r:id="rId7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2F4EE-2E65-DB77-2603-96E84B53F29A}" v="462" dt="2026-05-04T17:28:01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806" y="-6446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337842" y="13437903"/>
            <a:ext cx="20464104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7180" y="30517709"/>
            <a:ext cx="13848538" cy="8728488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403306" y="30587441"/>
            <a:ext cx="12527228" cy="7676902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748047" y="7730622"/>
            <a:ext cx="10206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869448" y="1805883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00" b="1" spc="4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</a:rPr>
              <a:t>DASHBOARD CANNOLI - CTDEVS</a:t>
            </a:r>
            <a:endParaRPr lang="en-US" sz="11434" b="1" spc="433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50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</a:rPr>
              <a:t>Breno Costa, Bruno Souza, Vinícius Nishimura e Felipe </a:t>
            </a:r>
            <a:r>
              <a:rPr lang="en-US" sz="4750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</a:rPr>
              <a:t>Yamaschita</a:t>
            </a:r>
            <a:endParaRPr lang="en-US" sz="4750" b="1" dirty="0" err="1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algn="ctr">
              <a:lnSpc>
                <a:spcPts val="6668"/>
              </a:lnSpc>
            </a:pPr>
            <a:r>
              <a:rPr lang="en-US" sz="4750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50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Eduardo Savino, Lucy Mari, Maurício Cunha e </a:t>
            </a:r>
            <a:r>
              <a:rPr lang="en-US" sz="4750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Rodnil</a:t>
            </a:r>
            <a:r>
              <a:rPr lang="en-US" sz="4750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da Silva</a:t>
            </a:r>
            <a:endParaRPr lang="en-US" sz="4750" dirty="0">
              <a:latin typeface="Open Sans 2"/>
              <a:ea typeface="Open Sans 2"/>
              <a:cs typeface="Open Sans 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5353293" y="1583962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0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</a:t>
            </a:r>
            <a:r>
              <a:rPr lang="en-US" sz="340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01: </a:t>
            </a:r>
            <a:r>
              <a:rPr lang="en-US" sz="340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Impactos</a:t>
            </a:r>
            <a:r>
              <a:rPr lang="en-US" sz="340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340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Adoção</a:t>
            </a:r>
            <a:r>
              <a:rPr lang="en-US" sz="340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Sistema </a:t>
            </a:r>
            <a:r>
              <a:rPr lang="en-US" sz="340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Digitais</a:t>
            </a:r>
            <a:endParaRPr lang="en-US" sz="3400" spc="130" dirty="0" err="1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5353293" y="23110704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(2025)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66982" y="31719842"/>
            <a:ext cx="11399871" cy="685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GALUNION.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Tendências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digitalização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no foodservice. 2025.</a:t>
            </a:r>
            <a:endParaRPr lang="pt-BR" sz="3550" dirty="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FORRESTER RESEARCH</a:t>
            </a:r>
            <a:r>
              <a:rPr lang="en-US" sz="3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Customer obsession and retention. 2024.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KONCLUI. Dashboard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operacional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restaurantes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2026.</a:t>
            </a:r>
            <a:endParaRPr lang="en-US" sz="340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KAMINO.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Relatórios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tempo real e ROI. 2025.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ANOTA AI.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Tecnologia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restaurantes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tendências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inovações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2026.</a:t>
            </a:r>
            <a:endParaRPr lang="en-US" sz="3400" dirty="0"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595870" y="31719841"/>
            <a:ext cx="12562767" cy="528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sistema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pode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ser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desenvolvido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utilizando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seguintes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tecnologias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</a:t>
            </a:r>
            <a:endParaRPr lang="pt-BR" sz="355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Front-end: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React + TypeScript 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Streamlit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Back-end: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FastAPI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Node.js </a:t>
            </a:r>
            <a:endParaRPr lang="en-US" sz="340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Banco de dados:</a:t>
            </a:r>
            <a:r>
              <a:rPr lang="en-US" sz="340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PostgreSQL</a:t>
            </a:r>
            <a:endParaRPr lang="en-US" sz="355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Análise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dados: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Pandas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Visualização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Chart.js, Recharts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ou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Plotly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Versionamento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GitHub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latin typeface="Open Sans 2"/>
              <a:ea typeface="Open Sans 2"/>
              <a:cs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57783" y="10977709"/>
            <a:ext cx="12562767" cy="737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 Cannoli é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uma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startup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foodtech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que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conecta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restaurantes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seus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clientes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oferecendo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soluções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como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CRM,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cardápio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digital e delivery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próprio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.</a:t>
            </a:r>
            <a:endParaRPr lang="pt-BR" sz="355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Apesar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disso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restaurantes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parceiros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não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possuem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uma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visão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clara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organizada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seus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dados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vendas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campanhas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fidelização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. As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informações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ficam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dispersas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ou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difíceis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interpretar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fazendo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com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que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decisões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importantes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sejam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tomadas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base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dados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concretos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.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algn="just"/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Isso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impacta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diretamente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negócio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reduzindo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recorrência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clientes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dificultando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controle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financeiro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tornando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gestão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operacional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menos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eficiente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.</a:t>
            </a:r>
            <a:endParaRPr lang="en-US" dirty="0"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125709"/>
            <a:ext cx="12562767" cy="956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Desenvolver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um dashboard web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interativo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centralize os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principais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dados do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restaurante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facilitando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análise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tomada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decisão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pt-BR" sz="3400"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sistema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contará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com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dois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níveis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acesso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Administrador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Cannoli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visão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geral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todos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restaurantes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Restaurante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parceiro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acesso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seus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próprios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dados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dashboard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apresentará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indicadores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estratégicos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operacionais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(KPIs), com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atualização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tempo real,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além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de: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Filtros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por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período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canal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campanhas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Alertas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automáticos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Relatórios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exportáveis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Módulo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análise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dados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solução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como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objetivo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transformar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dados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informações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claras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ajudando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gestores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tomar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decisões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rápidas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assertivas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en-US" sz="3400" dirty="0"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3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17816" y="10880630"/>
            <a:ext cx="11904157" cy="319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latin typeface="Open Sans 2"/>
                <a:ea typeface="Open Sans 2"/>
                <a:cs typeface="Open Sans 2"/>
              </a:rPr>
              <a:t>Como o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projeto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não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foi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implementado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em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ambiente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real, esses dados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foram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coletados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em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cenários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reais de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restaurantes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que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implementaram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CRM,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automação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campanhas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,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programas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de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fidelidade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e ferramentas de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análise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 </a:t>
            </a:r>
            <a:r>
              <a:rPr lang="en-US" sz="3400" dirty="0" err="1">
                <a:latin typeface="Open Sans 2"/>
                <a:ea typeface="Open Sans 2"/>
                <a:cs typeface="Open Sans 2"/>
              </a:rPr>
              <a:t>operacional</a:t>
            </a:r>
            <a:r>
              <a:rPr lang="en-US" sz="3400" dirty="0">
                <a:latin typeface="Open Sans 2"/>
                <a:ea typeface="Open Sans 2"/>
                <a:cs typeface="Open Sans 2"/>
              </a:rPr>
              <a:t>.</a:t>
            </a:r>
            <a:endParaRPr lang="en-US" sz="3550"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latin typeface="Open Sans 2"/>
              <a:ea typeface="Open Sans 2"/>
              <a:cs typeface="Open Sans 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5714839" y="24195810"/>
            <a:ext cx="11652014" cy="528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endParaRPr lang="en-US" sz="3400" b="1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/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Principais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impactos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observados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</a:t>
            </a:r>
            <a:endParaRPr lang="pt-BR" sz="355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Aumento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até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25% no ticket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médio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78% dos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clientes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retornam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com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fidelização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Até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70%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menos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tempo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tomada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decisão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Aumento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até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30%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na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receita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Redução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até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25%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nos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custos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operacionais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3550" dirty="0">
              <a:latin typeface="Open Sans 2"/>
              <a:ea typeface="Open Sans 2"/>
              <a:cs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Até</a:t>
            </a:r>
            <a:r>
              <a:rPr lang="en-US" sz="34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50%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mais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eficiência</a:t>
            </a:r>
            <a:r>
              <a:rPr lang="en-US" sz="34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operacional</a:t>
            </a:r>
            <a:endParaRPr lang="en-US" dirty="0" err="1">
              <a:latin typeface="Open Sans 2"/>
              <a:ea typeface="Open Sans 2"/>
              <a:cs typeface="Open Sans 2"/>
              <a:sym typeface="Open Sans 2"/>
            </a:endParaRPr>
          </a:p>
          <a:p>
            <a:pPr algn="just"/>
            <a:endParaRPr lang="en-US" sz="3400" b="1" dirty="0">
              <a:ea typeface="Calibri"/>
              <a:cs typeface="Calibri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pic>
        <p:nvPicPr>
          <p:cNvPr id="61" name="Imagem 60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751A80B5-E069-A9CF-A8A8-5927D998A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1143" y="16757966"/>
            <a:ext cx="11712383" cy="7728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576</Words>
  <Application>Microsoft Office PowerPoint</Application>
  <PresentationFormat>Personalizar</PresentationFormat>
  <Paragraphs>41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cp:lastModifiedBy>Victor Bruno Alexander Rosetti de Quiroz</cp:lastModifiedBy>
  <cp:revision>101</cp:revision>
  <dcterms:created xsi:type="dcterms:W3CDTF">2006-08-16T00:00:00Z</dcterms:created>
  <dcterms:modified xsi:type="dcterms:W3CDTF">2026-05-04T17:33:16Z</dcterms:modified>
  <dc:identifier>DAHA7VomhzE</dc:identifier>
</cp:coreProperties>
</file>